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presProps" Target="presProps.xml"  /><Relationship Id="rId12" Type="http://schemas.openxmlformats.org/officeDocument/2006/relationships/viewProps" Target="viewProps.xml"  /><Relationship Id="rId13" Type="http://schemas.openxmlformats.org/officeDocument/2006/relationships/theme" Target="theme/theme1.xml"  /><Relationship Id="rId14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9.png"  /><Relationship Id="rId11" Type="http://schemas.openxmlformats.org/officeDocument/2006/relationships/image" Target="../media/image10.png"  /><Relationship Id="rId12" Type="http://schemas.openxmlformats.org/officeDocument/2006/relationships/image" Target="../media/image11.png"  /><Relationship Id="rId13" Type="http://schemas.openxmlformats.org/officeDocument/2006/relationships/image" Target="../media/image12.png"  /><Relationship Id="rId14" Type="http://schemas.openxmlformats.org/officeDocument/2006/relationships/image" Target="../media/image13.png"  /><Relationship Id="rId15" Type="http://schemas.openxmlformats.org/officeDocument/2006/relationships/image" Target="../media/image14.png"  /><Relationship Id="rId16" Type="http://schemas.openxmlformats.org/officeDocument/2006/relationships/image" Target="../media/image15.png"  /><Relationship Id="rId17" Type="http://schemas.openxmlformats.org/officeDocument/2006/relationships/image" Target="../media/image16.png"  /><Relationship Id="rId18" Type="http://schemas.openxmlformats.org/officeDocument/2006/relationships/image" Target="../media/image17.png"  /><Relationship Id="rId19" Type="http://schemas.openxmlformats.org/officeDocument/2006/relationships/image" Target="../media/image18.png"  /><Relationship Id="rId2" Type="http://schemas.openxmlformats.org/officeDocument/2006/relationships/image" Target="../media/image1.png"  /><Relationship Id="rId20" Type="http://schemas.openxmlformats.org/officeDocument/2006/relationships/image" Target="../media/image19.png"  /><Relationship Id="rId21" Type="http://schemas.openxmlformats.org/officeDocument/2006/relationships/image" Target="../media/image20.png"  /><Relationship Id="rId22" Type="http://schemas.openxmlformats.org/officeDocument/2006/relationships/image" Target="../media/image21.png"  /><Relationship Id="rId23" Type="http://schemas.openxmlformats.org/officeDocument/2006/relationships/image" Target="../media/image22.png"  /><Relationship Id="rId24" Type="http://schemas.openxmlformats.org/officeDocument/2006/relationships/image" Target="../media/image23.png"  /><Relationship Id="rId25" Type="http://schemas.openxmlformats.org/officeDocument/2006/relationships/image" Target="../media/image24.png"  /><Relationship Id="rId26" Type="http://schemas.openxmlformats.org/officeDocument/2006/relationships/image" Target="../media/image25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7.png"  /><Relationship Id="rId9" Type="http://schemas.openxmlformats.org/officeDocument/2006/relationships/image" Target="../media/image8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34.png"  /><Relationship Id="rId11" Type="http://schemas.openxmlformats.org/officeDocument/2006/relationships/image" Target="../media/image35.png"  /><Relationship Id="rId12" Type="http://schemas.openxmlformats.org/officeDocument/2006/relationships/image" Target="../media/image36.png"  /><Relationship Id="rId13" Type="http://schemas.openxmlformats.org/officeDocument/2006/relationships/image" Target="../media/image37.png"  /><Relationship Id="rId14" Type="http://schemas.openxmlformats.org/officeDocument/2006/relationships/image" Target="../media/image38.png"  /><Relationship Id="rId15" Type="http://schemas.openxmlformats.org/officeDocument/2006/relationships/image" Target="../media/image39.png"  /><Relationship Id="rId16" Type="http://schemas.openxmlformats.org/officeDocument/2006/relationships/image" Target="../media/image40.png"  /><Relationship Id="rId17" Type="http://schemas.openxmlformats.org/officeDocument/2006/relationships/image" Target="../media/image41.png"  /><Relationship Id="rId18" Type="http://schemas.openxmlformats.org/officeDocument/2006/relationships/image" Target="../media/image42.png"  /><Relationship Id="rId19" Type="http://schemas.openxmlformats.org/officeDocument/2006/relationships/image" Target="../media/image43.png"  /><Relationship Id="rId2" Type="http://schemas.openxmlformats.org/officeDocument/2006/relationships/image" Target="../media/image26.png"  /><Relationship Id="rId20" Type="http://schemas.openxmlformats.org/officeDocument/2006/relationships/image" Target="../media/image44.png"  /><Relationship Id="rId21" Type="http://schemas.openxmlformats.org/officeDocument/2006/relationships/image" Target="../media/image45.png"  /><Relationship Id="rId22" Type="http://schemas.openxmlformats.org/officeDocument/2006/relationships/image" Target="../media/image46.png"  /><Relationship Id="rId23" Type="http://schemas.openxmlformats.org/officeDocument/2006/relationships/image" Target="../media/image47.png"  /><Relationship Id="rId24" Type="http://schemas.openxmlformats.org/officeDocument/2006/relationships/image" Target="../media/image48.png"  /><Relationship Id="rId25" Type="http://schemas.openxmlformats.org/officeDocument/2006/relationships/image" Target="../media/image49.png"  /><Relationship Id="rId26" Type="http://schemas.openxmlformats.org/officeDocument/2006/relationships/image" Target="../media/image50.png"  /><Relationship Id="rId27" Type="http://schemas.openxmlformats.org/officeDocument/2006/relationships/image" Target="../media/image51.png"  /><Relationship Id="rId28" Type="http://schemas.openxmlformats.org/officeDocument/2006/relationships/image" Target="../media/image52.png"  /><Relationship Id="rId29" Type="http://schemas.openxmlformats.org/officeDocument/2006/relationships/image" Target="../media/image53.png"  /><Relationship Id="rId3" Type="http://schemas.openxmlformats.org/officeDocument/2006/relationships/image" Target="../media/image27.png"  /><Relationship Id="rId30" Type="http://schemas.openxmlformats.org/officeDocument/2006/relationships/image" Target="../media/image24.png"  /><Relationship Id="rId31" Type="http://schemas.openxmlformats.org/officeDocument/2006/relationships/image" Target="../media/image25.png"  /><Relationship Id="rId4" Type="http://schemas.openxmlformats.org/officeDocument/2006/relationships/image" Target="../media/image28.png"  /><Relationship Id="rId5" Type="http://schemas.openxmlformats.org/officeDocument/2006/relationships/image" Target="../media/image29.png"  /><Relationship Id="rId6" Type="http://schemas.openxmlformats.org/officeDocument/2006/relationships/image" Target="../media/image30.png"  /><Relationship Id="rId7" Type="http://schemas.openxmlformats.org/officeDocument/2006/relationships/image" Target="../media/image31.png"  /><Relationship Id="rId8" Type="http://schemas.openxmlformats.org/officeDocument/2006/relationships/image" Target="../media/image32.png"  /><Relationship Id="rId9" Type="http://schemas.openxmlformats.org/officeDocument/2006/relationships/image" Target="../media/image33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61.png"  /><Relationship Id="rId11" Type="http://schemas.openxmlformats.org/officeDocument/2006/relationships/image" Target="../media/image62.png"  /><Relationship Id="rId12" Type="http://schemas.openxmlformats.org/officeDocument/2006/relationships/image" Target="../media/image63.png"  /><Relationship Id="rId13" Type="http://schemas.openxmlformats.org/officeDocument/2006/relationships/image" Target="../media/image64.png"  /><Relationship Id="rId14" Type="http://schemas.openxmlformats.org/officeDocument/2006/relationships/image" Target="../media/image65.png"  /><Relationship Id="rId15" Type="http://schemas.openxmlformats.org/officeDocument/2006/relationships/image" Target="../media/image66.png"  /><Relationship Id="rId16" Type="http://schemas.openxmlformats.org/officeDocument/2006/relationships/image" Target="../media/image67.png"  /><Relationship Id="rId17" Type="http://schemas.openxmlformats.org/officeDocument/2006/relationships/image" Target="../media/image68.png"  /><Relationship Id="rId18" Type="http://schemas.openxmlformats.org/officeDocument/2006/relationships/image" Target="../media/image69.png"  /><Relationship Id="rId19" Type="http://schemas.openxmlformats.org/officeDocument/2006/relationships/image" Target="../media/image70.png"  /><Relationship Id="rId2" Type="http://schemas.openxmlformats.org/officeDocument/2006/relationships/image" Target="../media/image54.png"  /><Relationship Id="rId20" Type="http://schemas.openxmlformats.org/officeDocument/2006/relationships/image" Target="../media/image71.png"  /><Relationship Id="rId21" Type="http://schemas.openxmlformats.org/officeDocument/2006/relationships/image" Target="../media/image72.png"  /><Relationship Id="rId22" Type="http://schemas.openxmlformats.org/officeDocument/2006/relationships/image" Target="../media/image24.png"  /><Relationship Id="rId23" Type="http://schemas.openxmlformats.org/officeDocument/2006/relationships/image" Target="../media/image25.png"  /><Relationship Id="rId24" Type="http://schemas.openxmlformats.org/officeDocument/2006/relationships/image" Target="../media/image73.png"  /><Relationship Id="rId25" Type="http://schemas.openxmlformats.org/officeDocument/2006/relationships/image" Target="../media/image74.png"  /><Relationship Id="rId3" Type="http://schemas.openxmlformats.org/officeDocument/2006/relationships/image" Target="../media/image55.png"  /><Relationship Id="rId4" Type="http://schemas.openxmlformats.org/officeDocument/2006/relationships/image" Target="../media/image56.png"  /><Relationship Id="rId5" Type="http://schemas.openxmlformats.org/officeDocument/2006/relationships/image" Target="../media/image57.png"  /><Relationship Id="rId6" Type="http://schemas.openxmlformats.org/officeDocument/2006/relationships/image" Target="../media/image26.png"  /><Relationship Id="rId7" Type="http://schemas.openxmlformats.org/officeDocument/2006/relationships/image" Target="../media/image58.png"  /><Relationship Id="rId8" Type="http://schemas.openxmlformats.org/officeDocument/2006/relationships/image" Target="../media/image59.png"  /><Relationship Id="rId9" Type="http://schemas.openxmlformats.org/officeDocument/2006/relationships/image" Target="../media/image60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80.png"  /><Relationship Id="rId11" Type="http://schemas.openxmlformats.org/officeDocument/2006/relationships/image" Target="../media/image81.png"  /><Relationship Id="rId12" Type="http://schemas.openxmlformats.org/officeDocument/2006/relationships/image" Target="../media/image82.png"  /><Relationship Id="rId13" Type="http://schemas.openxmlformats.org/officeDocument/2006/relationships/image" Target="../media/image83.png"  /><Relationship Id="rId14" Type="http://schemas.openxmlformats.org/officeDocument/2006/relationships/image" Target="../media/image84.png"  /><Relationship Id="rId15" Type="http://schemas.openxmlformats.org/officeDocument/2006/relationships/image" Target="../media/image85.png"  /><Relationship Id="rId16" Type="http://schemas.openxmlformats.org/officeDocument/2006/relationships/image" Target="../media/image86.png"  /><Relationship Id="rId17" Type="http://schemas.openxmlformats.org/officeDocument/2006/relationships/image" Target="../media/image64.png"  /><Relationship Id="rId18" Type="http://schemas.openxmlformats.org/officeDocument/2006/relationships/image" Target="../media/image87.png"  /><Relationship Id="rId19" Type="http://schemas.openxmlformats.org/officeDocument/2006/relationships/image" Target="../media/image88.png"  /><Relationship Id="rId2" Type="http://schemas.openxmlformats.org/officeDocument/2006/relationships/image" Target="../media/image75.png"  /><Relationship Id="rId20" Type="http://schemas.openxmlformats.org/officeDocument/2006/relationships/image" Target="../media/image89.png"  /><Relationship Id="rId21" Type="http://schemas.openxmlformats.org/officeDocument/2006/relationships/image" Target="../media/image90.png"  /><Relationship Id="rId22" Type="http://schemas.openxmlformats.org/officeDocument/2006/relationships/image" Target="../media/image91.png"  /><Relationship Id="rId23" Type="http://schemas.openxmlformats.org/officeDocument/2006/relationships/image" Target="../media/image24.png"  /><Relationship Id="rId24" Type="http://schemas.openxmlformats.org/officeDocument/2006/relationships/image" Target="../media/image25.png"  /><Relationship Id="rId25" Type="http://schemas.openxmlformats.org/officeDocument/2006/relationships/image" Target="../media/image92.png"  /><Relationship Id="rId26" Type="http://schemas.openxmlformats.org/officeDocument/2006/relationships/image" Target="../media/image74.png"  /><Relationship Id="rId3" Type="http://schemas.openxmlformats.org/officeDocument/2006/relationships/image" Target="../media/image76.png"  /><Relationship Id="rId4" Type="http://schemas.openxmlformats.org/officeDocument/2006/relationships/image" Target="../media/image77.png"  /><Relationship Id="rId5" Type="http://schemas.openxmlformats.org/officeDocument/2006/relationships/image" Target="../media/image78.png"  /><Relationship Id="rId6" Type="http://schemas.openxmlformats.org/officeDocument/2006/relationships/image" Target="../media/image26.png"  /><Relationship Id="rId7" Type="http://schemas.openxmlformats.org/officeDocument/2006/relationships/image" Target="../media/image58.png"  /><Relationship Id="rId8" Type="http://schemas.openxmlformats.org/officeDocument/2006/relationships/image" Target="../media/image59.png"  /><Relationship Id="rId9" Type="http://schemas.openxmlformats.org/officeDocument/2006/relationships/image" Target="../media/image79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00.png"  /><Relationship Id="rId11" Type="http://schemas.openxmlformats.org/officeDocument/2006/relationships/image" Target="../media/image101.png"  /><Relationship Id="rId12" Type="http://schemas.openxmlformats.org/officeDocument/2006/relationships/image" Target="../media/image102.png"  /><Relationship Id="rId13" Type="http://schemas.openxmlformats.org/officeDocument/2006/relationships/image" Target="../media/image103.png"  /><Relationship Id="rId14" Type="http://schemas.openxmlformats.org/officeDocument/2006/relationships/image" Target="../media/image104.png"  /><Relationship Id="rId15" Type="http://schemas.openxmlformats.org/officeDocument/2006/relationships/image" Target="../media/image105.png"  /><Relationship Id="rId16" Type="http://schemas.openxmlformats.org/officeDocument/2006/relationships/image" Target="../media/image106.png"  /><Relationship Id="rId17" Type="http://schemas.openxmlformats.org/officeDocument/2006/relationships/image" Target="../media/image107.png"  /><Relationship Id="rId18" Type="http://schemas.openxmlformats.org/officeDocument/2006/relationships/image" Target="../media/image108.png"  /><Relationship Id="rId19" Type="http://schemas.openxmlformats.org/officeDocument/2006/relationships/image" Target="../media/image109.png"  /><Relationship Id="rId2" Type="http://schemas.openxmlformats.org/officeDocument/2006/relationships/image" Target="../media/image93.png"  /><Relationship Id="rId20" Type="http://schemas.openxmlformats.org/officeDocument/2006/relationships/image" Target="../media/image110.png"  /><Relationship Id="rId21" Type="http://schemas.openxmlformats.org/officeDocument/2006/relationships/image" Target="../media/image111.png"  /><Relationship Id="rId22" Type="http://schemas.openxmlformats.org/officeDocument/2006/relationships/image" Target="../media/image112.png"  /><Relationship Id="rId23" Type="http://schemas.openxmlformats.org/officeDocument/2006/relationships/image" Target="../media/image113.png"  /><Relationship Id="rId24" Type="http://schemas.openxmlformats.org/officeDocument/2006/relationships/image" Target="../media/image114.png"  /><Relationship Id="rId25" Type="http://schemas.openxmlformats.org/officeDocument/2006/relationships/image" Target="../media/image115.png"  /><Relationship Id="rId26" Type="http://schemas.openxmlformats.org/officeDocument/2006/relationships/image" Target="../media/image116.png"  /><Relationship Id="rId27" Type="http://schemas.openxmlformats.org/officeDocument/2006/relationships/image" Target="../media/image117.png"  /><Relationship Id="rId28" Type="http://schemas.openxmlformats.org/officeDocument/2006/relationships/image" Target="../media/image118.png"  /><Relationship Id="rId29" Type="http://schemas.openxmlformats.org/officeDocument/2006/relationships/image" Target="../media/image24.png"  /><Relationship Id="rId3" Type="http://schemas.openxmlformats.org/officeDocument/2006/relationships/image" Target="../media/image94.png"  /><Relationship Id="rId30" Type="http://schemas.openxmlformats.org/officeDocument/2006/relationships/image" Target="../media/image25.png"  /><Relationship Id="rId4" Type="http://schemas.openxmlformats.org/officeDocument/2006/relationships/image" Target="../media/image95.png"  /><Relationship Id="rId5" Type="http://schemas.openxmlformats.org/officeDocument/2006/relationships/image" Target="../media/image96.png"  /><Relationship Id="rId6" Type="http://schemas.openxmlformats.org/officeDocument/2006/relationships/image" Target="../media/image97.png"  /><Relationship Id="rId7" Type="http://schemas.openxmlformats.org/officeDocument/2006/relationships/image" Target="../media/image26.png"  /><Relationship Id="rId8" Type="http://schemas.openxmlformats.org/officeDocument/2006/relationships/image" Target="../media/image98.png"  /><Relationship Id="rId9" Type="http://schemas.openxmlformats.org/officeDocument/2006/relationships/image" Target="../media/image99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25.png"  /><Relationship Id="rId11" Type="http://schemas.openxmlformats.org/officeDocument/2006/relationships/image" Target="../media/image124.png"  /><Relationship Id="rId12" Type="http://schemas.openxmlformats.org/officeDocument/2006/relationships/image" Target="../media/image125.png"  /><Relationship Id="rId13" Type="http://schemas.openxmlformats.org/officeDocument/2006/relationships/image" Target="../media/image126.png"  /><Relationship Id="rId14" Type="http://schemas.openxmlformats.org/officeDocument/2006/relationships/image" Target="../media/image127.png"  /><Relationship Id="rId15" Type="http://schemas.openxmlformats.org/officeDocument/2006/relationships/image" Target="../media/image128.png"  /><Relationship Id="rId16" Type="http://schemas.openxmlformats.org/officeDocument/2006/relationships/image" Target="../media/image129.png"  /><Relationship Id="rId17" Type="http://schemas.openxmlformats.org/officeDocument/2006/relationships/image" Target="../media/image130.png"  /><Relationship Id="rId18" Type="http://schemas.openxmlformats.org/officeDocument/2006/relationships/image" Target="../media/image131.png"  /><Relationship Id="rId19" Type="http://schemas.openxmlformats.org/officeDocument/2006/relationships/image" Target="../media/image132.png"  /><Relationship Id="rId2" Type="http://schemas.openxmlformats.org/officeDocument/2006/relationships/image" Target="../media/image119.png"  /><Relationship Id="rId20" Type="http://schemas.openxmlformats.org/officeDocument/2006/relationships/image" Target="../media/image133.png"  /><Relationship Id="rId21" Type="http://schemas.openxmlformats.org/officeDocument/2006/relationships/image" Target="../media/image134.png"  /><Relationship Id="rId22" Type="http://schemas.openxmlformats.org/officeDocument/2006/relationships/image" Target="../media/image135.png"  /><Relationship Id="rId23" Type="http://schemas.openxmlformats.org/officeDocument/2006/relationships/image" Target="../media/image136.png"  /><Relationship Id="rId24" Type="http://schemas.openxmlformats.org/officeDocument/2006/relationships/image" Target="../media/image137.png"  /><Relationship Id="rId25" Type="http://schemas.openxmlformats.org/officeDocument/2006/relationships/image" Target="../media/image138.png"  /><Relationship Id="rId26" Type="http://schemas.openxmlformats.org/officeDocument/2006/relationships/image" Target="../media/image139.png"  /><Relationship Id="rId3" Type="http://schemas.openxmlformats.org/officeDocument/2006/relationships/image" Target="../media/image120.png"  /><Relationship Id="rId4" Type="http://schemas.openxmlformats.org/officeDocument/2006/relationships/image" Target="../media/image121.png"  /><Relationship Id="rId5" Type="http://schemas.openxmlformats.org/officeDocument/2006/relationships/image" Target="../media/image122.png"  /><Relationship Id="rId6" Type="http://schemas.openxmlformats.org/officeDocument/2006/relationships/image" Target="../media/image26.png"  /><Relationship Id="rId7" Type="http://schemas.openxmlformats.org/officeDocument/2006/relationships/image" Target="../media/image123.png"  /><Relationship Id="rId8" Type="http://schemas.openxmlformats.org/officeDocument/2006/relationships/image" Target="../media/image59.png"  /><Relationship Id="rId9" Type="http://schemas.openxmlformats.org/officeDocument/2006/relationships/image" Target="../media/image24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25.png"  /><Relationship Id="rId11" Type="http://schemas.openxmlformats.org/officeDocument/2006/relationships/image" Target="../media/image142.png"  /><Relationship Id="rId12" Type="http://schemas.openxmlformats.org/officeDocument/2006/relationships/image" Target="../media/image143.png"  /><Relationship Id="rId13" Type="http://schemas.openxmlformats.org/officeDocument/2006/relationships/image" Target="../media/image144.png"  /><Relationship Id="rId14" Type="http://schemas.openxmlformats.org/officeDocument/2006/relationships/image" Target="../media/image145.png"  /><Relationship Id="rId15" Type="http://schemas.openxmlformats.org/officeDocument/2006/relationships/image" Target="../media/image146.png"  /><Relationship Id="rId16" Type="http://schemas.openxmlformats.org/officeDocument/2006/relationships/image" Target="../media/image147.png"  /><Relationship Id="rId17" Type="http://schemas.openxmlformats.org/officeDocument/2006/relationships/image" Target="../media/image148.png"  /><Relationship Id="rId18" Type="http://schemas.openxmlformats.org/officeDocument/2006/relationships/image" Target="../media/image149.png"  /><Relationship Id="rId19" Type="http://schemas.openxmlformats.org/officeDocument/2006/relationships/image" Target="../media/image150.png"  /><Relationship Id="rId2" Type="http://schemas.openxmlformats.org/officeDocument/2006/relationships/image" Target="../media/image54.png"  /><Relationship Id="rId20" Type="http://schemas.openxmlformats.org/officeDocument/2006/relationships/image" Target="../media/image151.png"  /><Relationship Id="rId21" Type="http://schemas.openxmlformats.org/officeDocument/2006/relationships/image" Target="../media/image152.png"  /><Relationship Id="rId22" Type="http://schemas.openxmlformats.org/officeDocument/2006/relationships/image" Target="../media/image153.png"  /><Relationship Id="rId23" Type="http://schemas.openxmlformats.org/officeDocument/2006/relationships/image" Target="../media/image154.png"  /><Relationship Id="rId24" Type="http://schemas.openxmlformats.org/officeDocument/2006/relationships/image" Target="../media/image155.png"  /><Relationship Id="rId3" Type="http://schemas.openxmlformats.org/officeDocument/2006/relationships/image" Target="../media/image55.png"  /><Relationship Id="rId4" Type="http://schemas.openxmlformats.org/officeDocument/2006/relationships/image" Target="../media/image140.png"  /><Relationship Id="rId5" Type="http://schemas.openxmlformats.org/officeDocument/2006/relationships/image" Target="../media/image122.png"  /><Relationship Id="rId6" Type="http://schemas.openxmlformats.org/officeDocument/2006/relationships/image" Target="../media/image26.png"  /><Relationship Id="rId7" Type="http://schemas.openxmlformats.org/officeDocument/2006/relationships/image" Target="../media/image141.png"  /><Relationship Id="rId8" Type="http://schemas.openxmlformats.org/officeDocument/2006/relationships/image" Target="../media/image59.png"  /><Relationship Id="rId9" Type="http://schemas.openxmlformats.org/officeDocument/2006/relationships/image" Target="../media/image24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24.png"  /><Relationship Id="rId11" Type="http://schemas.openxmlformats.org/officeDocument/2006/relationships/image" Target="../media/image25.png"  /><Relationship Id="rId12" Type="http://schemas.openxmlformats.org/officeDocument/2006/relationships/video" Target="https://www.youtube.com/embed/S5WwsNBhHhA" TargetMode="External" /><Relationship Id="rId13" Type="http://schemas.openxmlformats.org/officeDocument/2006/relationships/image" Target="../media/image163.jpeg"  /><Relationship Id="rId14" Type="http://schemas.openxmlformats.org/officeDocument/2006/relationships/hyperlink" Target="https://youtu.be/S5WwsNBhHhA" TargetMode="External" /><Relationship Id="rId2" Type="http://schemas.openxmlformats.org/officeDocument/2006/relationships/image" Target="../media/image156.png"  /><Relationship Id="rId3" Type="http://schemas.openxmlformats.org/officeDocument/2006/relationships/image" Target="../media/image157.png"  /><Relationship Id="rId4" Type="http://schemas.openxmlformats.org/officeDocument/2006/relationships/image" Target="../media/image158.png"  /><Relationship Id="rId5" Type="http://schemas.openxmlformats.org/officeDocument/2006/relationships/image" Target="../media/image159.png"  /><Relationship Id="rId6" Type="http://schemas.openxmlformats.org/officeDocument/2006/relationships/image" Target="../media/image26.png"  /><Relationship Id="rId7" Type="http://schemas.openxmlformats.org/officeDocument/2006/relationships/image" Target="../media/image160.png"  /><Relationship Id="rId8" Type="http://schemas.openxmlformats.org/officeDocument/2006/relationships/image" Target="../media/image161.png"  /><Relationship Id="rId9" Type="http://schemas.openxmlformats.org/officeDocument/2006/relationships/image" Target="../media/image162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72.png"  /><Relationship Id="rId11" Type="http://schemas.openxmlformats.org/officeDocument/2006/relationships/image" Target="../media/image173.png"  /><Relationship Id="rId12" Type="http://schemas.openxmlformats.org/officeDocument/2006/relationships/image" Target="../media/image174.png"  /><Relationship Id="rId13" Type="http://schemas.openxmlformats.org/officeDocument/2006/relationships/image" Target="../media/image12.png"  /><Relationship Id="rId14" Type="http://schemas.openxmlformats.org/officeDocument/2006/relationships/image" Target="../media/image175.png"  /><Relationship Id="rId15" Type="http://schemas.openxmlformats.org/officeDocument/2006/relationships/image" Target="../media/image176.png"  /><Relationship Id="rId16" Type="http://schemas.openxmlformats.org/officeDocument/2006/relationships/image" Target="../media/image15.png"  /><Relationship Id="rId17" Type="http://schemas.openxmlformats.org/officeDocument/2006/relationships/image" Target="../media/image16.png"  /><Relationship Id="rId18" Type="http://schemas.openxmlformats.org/officeDocument/2006/relationships/image" Target="../media/image17.png"  /><Relationship Id="rId19" Type="http://schemas.openxmlformats.org/officeDocument/2006/relationships/image" Target="../media/image18.png"  /><Relationship Id="rId2" Type="http://schemas.openxmlformats.org/officeDocument/2006/relationships/image" Target="../media/image164.png"  /><Relationship Id="rId20" Type="http://schemas.openxmlformats.org/officeDocument/2006/relationships/image" Target="../media/image19.png"  /><Relationship Id="rId21" Type="http://schemas.openxmlformats.org/officeDocument/2006/relationships/image" Target="../media/image20.png"  /><Relationship Id="rId22" Type="http://schemas.openxmlformats.org/officeDocument/2006/relationships/image" Target="../media/image21.png"  /><Relationship Id="rId23" Type="http://schemas.openxmlformats.org/officeDocument/2006/relationships/image" Target="../media/image22.png"  /><Relationship Id="rId24" Type="http://schemas.openxmlformats.org/officeDocument/2006/relationships/image" Target="../media/image23.png"  /><Relationship Id="rId25" Type="http://schemas.openxmlformats.org/officeDocument/2006/relationships/image" Target="../media/image24.png"  /><Relationship Id="rId26" Type="http://schemas.openxmlformats.org/officeDocument/2006/relationships/image" Target="../media/image25.png"  /><Relationship Id="rId3" Type="http://schemas.openxmlformats.org/officeDocument/2006/relationships/image" Target="../media/image165.png"  /><Relationship Id="rId4" Type="http://schemas.openxmlformats.org/officeDocument/2006/relationships/image" Target="../media/image166.png"  /><Relationship Id="rId5" Type="http://schemas.openxmlformats.org/officeDocument/2006/relationships/image" Target="../media/image167.png"  /><Relationship Id="rId6" Type="http://schemas.openxmlformats.org/officeDocument/2006/relationships/image" Target="../media/image168.png"  /><Relationship Id="rId7" Type="http://schemas.openxmlformats.org/officeDocument/2006/relationships/image" Target="../media/image169.png"  /><Relationship Id="rId8" Type="http://schemas.openxmlformats.org/officeDocument/2006/relationships/image" Target="../media/image170.png"  /><Relationship Id="rId9" Type="http://schemas.openxmlformats.org/officeDocument/2006/relationships/image" Target="../media/image171.png"  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DF1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459700" y="1460500"/>
            <a:ext cx="4876800" cy="4876800"/>
          </a:xfrm>
          <a:prstGeom prst="rect">
            <a:avLst/>
          </a:prstGeom>
          <a:effectLst>
            <a:outerShdw dir="2700000" dist="112573" blurRad="243908">
              <a:srgbClr val="08131A">
                <a:alpha val="3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459700" y="1460500"/>
            <a:ext cx="4876800" cy="4876800"/>
          </a:xfrm>
          <a:prstGeom prst="rect">
            <a:avLst/>
          </a:prstGeom>
          <a:effectLst>
            <a:outerShdw dir="13500000" dist="112573" blurRad="243908">
              <a:srgbClr val="FFFFFF">
                <a:alpha val="9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459700" y="-4216400"/>
            <a:ext cx="4876800" cy="4876800"/>
          </a:xfrm>
          <a:prstGeom prst="rect">
            <a:avLst/>
          </a:prstGeom>
          <a:effectLst>
            <a:outerShdw dir="2700000" dist="112573" blurRad="243908">
              <a:srgbClr val="08131A">
                <a:alpha val="30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459700" y="-4229100"/>
            <a:ext cx="4876800" cy="4876800"/>
          </a:xfrm>
          <a:prstGeom prst="rect">
            <a:avLst/>
          </a:prstGeom>
          <a:effectLst>
            <a:outerShdw dir="13500000" dist="112573" blurRad="243908">
              <a:srgbClr val="FFFFFF">
                <a:alpha val="90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459700" y="7137400"/>
            <a:ext cx="4876800" cy="4876800"/>
          </a:xfrm>
          <a:prstGeom prst="rect">
            <a:avLst/>
          </a:prstGeom>
          <a:effectLst>
            <a:outerShdw dir="2700000" dist="112573" blurRad="243908">
              <a:srgbClr val="08131A">
                <a:alpha val="30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459700" y="7137400"/>
            <a:ext cx="4876800" cy="4876800"/>
          </a:xfrm>
          <a:prstGeom prst="rect">
            <a:avLst/>
          </a:prstGeom>
          <a:effectLst>
            <a:outerShdw dir="13500000" dist="112573" blurRad="243908">
              <a:srgbClr val="FFFFFF">
                <a:alpha val="9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024100" y="3962400"/>
            <a:ext cx="4876800" cy="4876800"/>
          </a:xfrm>
          <a:prstGeom prst="rect">
            <a:avLst/>
          </a:prstGeom>
          <a:effectLst>
            <a:outerShdw dir="2700000" dist="112573" blurRad="243908">
              <a:srgbClr val="08131A">
                <a:alpha val="30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024100" y="3962400"/>
            <a:ext cx="4876800" cy="4876800"/>
          </a:xfrm>
          <a:prstGeom prst="rect">
            <a:avLst/>
          </a:prstGeom>
          <a:effectLst>
            <a:outerShdw dir="13500000" dist="112573" blurRad="243908">
              <a:srgbClr val="FFFFFF">
                <a:alpha val="90000"/>
              </a:srgbClr>
            </a:outerShdw>
          </a:effectLst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024100" y="-1714500"/>
            <a:ext cx="4876800" cy="4876800"/>
          </a:xfrm>
          <a:prstGeom prst="rect">
            <a:avLst/>
          </a:prstGeom>
          <a:effectLst>
            <a:outerShdw dir="2700000" dist="112573" blurRad="243908">
              <a:srgbClr val="08131A">
                <a:alpha val="30000"/>
              </a:srgbClr>
            </a:outerShdw>
          </a:effectLst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024100" y="-1714500"/>
            <a:ext cx="4876800" cy="4876800"/>
          </a:xfrm>
          <a:prstGeom prst="rect">
            <a:avLst/>
          </a:prstGeom>
          <a:effectLst>
            <a:outerShdw dir="13500000" dist="112573" blurRad="243908">
              <a:srgbClr val="FFFFFF">
                <a:alpha val="90000"/>
              </a:srgbClr>
            </a:outerShdw>
          </a:effectLst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024100" y="9639300"/>
            <a:ext cx="4876800" cy="4876800"/>
          </a:xfrm>
          <a:prstGeom prst="rect">
            <a:avLst/>
          </a:prstGeom>
          <a:effectLst>
            <a:outerShdw dir="2700000" dist="112573" blurRad="243908">
              <a:srgbClr val="08131A">
                <a:alpha val="30000"/>
              </a:srgbClr>
            </a:outerShdw>
          </a:effectLst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024100" y="9639300"/>
            <a:ext cx="4876800" cy="4876800"/>
          </a:xfrm>
          <a:prstGeom prst="rect">
            <a:avLst/>
          </a:prstGeom>
          <a:effectLst>
            <a:outerShdw dir="13500000" dist="112573" blurRad="243908">
              <a:srgbClr val="FFFFFF">
                <a:alpha val="90000"/>
              </a:srgbClr>
            </a:outerShdw>
          </a:effectLst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103600" y="5016500"/>
            <a:ext cx="2984500" cy="2870200"/>
          </a:xfrm>
          <a:prstGeom prst="rect">
            <a:avLst/>
          </a:prstGeom>
          <a:effectLst>
            <a:outerShdw dir="2700000" dist="132289" blurRad="171976">
              <a:srgbClr val="08131A">
                <a:alpha val="10000"/>
              </a:srgbClr>
            </a:outerShdw>
          </a:effectLst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5849600" y="10579100"/>
            <a:ext cx="2870200" cy="2870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10800000">
            <a:off x="10325100" y="5397500"/>
            <a:ext cx="1295400" cy="1295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-342900" y="12496800"/>
            <a:ext cx="25069800" cy="1295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6230600" y="-1155700"/>
            <a:ext cx="2857500" cy="3187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>
            <a:alphaModFix amt="25000"/>
          </a:blip>
          <a:stretch>
            <a:fillRect/>
          </a:stretch>
        </p:blipFill>
        <p:spPr>
          <a:xfrm rot="0">
            <a:off x="21399500" y="2692400"/>
            <a:ext cx="2997200" cy="23241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>
            <a:alphaModFix amt="31000"/>
          </a:blip>
          <a:stretch>
            <a:fillRect/>
          </a:stretch>
        </p:blipFill>
        <p:spPr>
          <a:xfrm rot="0">
            <a:off x="21615400" y="8369300"/>
            <a:ext cx="2832100" cy="2438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536700" y="4876800"/>
            <a:ext cx="8534400" cy="2438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612900" y="3822700"/>
            <a:ext cx="9118600" cy="10668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981200" y="9245600"/>
            <a:ext cx="8343900" cy="952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981200" y="8585200"/>
            <a:ext cx="8343900" cy="520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21590000" y="12890500"/>
            <a:ext cx="1765300" cy="4318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2819400" y="3048000"/>
            <a:ext cx="4470400" cy="4699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955800" y="2870200"/>
            <a:ext cx="609600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DF1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23304500" y="927100"/>
            <a:ext cx="584200" cy="101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39700" y="13449300"/>
            <a:ext cx="24663400" cy="355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90700" y="7467600"/>
            <a:ext cx="4178300" cy="4178300"/>
          </a:xfrm>
          <a:prstGeom prst="rect">
            <a:avLst/>
          </a:prstGeom>
          <a:effectLst>
            <a:outerShdw dir="2700000" dist="96289" blurRad="208626">
              <a:srgbClr val="08131A">
                <a:alpha val="30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90700" y="7467600"/>
            <a:ext cx="4178300" cy="4178300"/>
          </a:xfrm>
          <a:prstGeom prst="rect">
            <a:avLst/>
          </a:prstGeom>
          <a:effectLst>
            <a:outerShdw dir="13500000" dist="96289" blurRad="208626">
              <a:srgbClr val="FFFFFF">
                <a:alpha val="90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57300" y="1905000"/>
            <a:ext cx="41783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178800" y="1905000"/>
            <a:ext cx="14960600" cy="1397000"/>
          </a:xfrm>
          <a:prstGeom prst="rect">
            <a:avLst/>
          </a:prstGeom>
          <a:effectLst>
            <a:outerShdw dir="2700000" dist="96715" blurRad="139700">
              <a:srgbClr val="08131A">
                <a:alpha val="3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178800" y="1905000"/>
            <a:ext cx="14960600" cy="1397000"/>
          </a:xfrm>
          <a:prstGeom prst="rect">
            <a:avLst/>
          </a:prstGeom>
          <a:effectLst>
            <a:outerShdw dir="13500000" dist="96715" blurRad="139700">
              <a:srgbClr val="FFFFFF">
                <a:alpha val="90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194800" y="2324100"/>
            <a:ext cx="3416300" cy="546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737600" y="2324100"/>
            <a:ext cx="203200" cy="546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178800" y="3949700"/>
            <a:ext cx="14960600" cy="1397000"/>
          </a:xfrm>
          <a:prstGeom prst="rect">
            <a:avLst/>
          </a:prstGeom>
          <a:effectLst>
            <a:outerShdw dir="2700000" dist="96715" blurRad="139700">
              <a:srgbClr val="08131A">
                <a:alpha val="30000"/>
              </a:srgbClr>
            </a:outerShdw>
          </a:effectLst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178800" y="3949700"/>
            <a:ext cx="14960600" cy="1397000"/>
          </a:xfrm>
          <a:prstGeom prst="rect">
            <a:avLst/>
          </a:prstGeom>
          <a:effectLst>
            <a:outerShdw dir="13500000" dist="96715" blurRad="139700">
              <a:srgbClr val="FFFFFF">
                <a:alpha val="90000"/>
              </a:srgbClr>
            </a:outerShdw>
          </a:effectLst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194800" y="4368800"/>
            <a:ext cx="3784600" cy="546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699500" y="4368800"/>
            <a:ext cx="266700" cy="546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8178800" y="5994400"/>
            <a:ext cx="14960600" cy="1397000"/>
          </a:xfrm>
          <a:prstGeom prst="rect">
            <a:avLst/>
          </a:prstGeom>
          <a:effectLst>
            <a:outerShdw dir="2700000" dist="96715" blurRad="139700">
              <a:srgbClr val="08131A">
                <a:alpha val="30000"/>
              </a:srgbClr>
            </a:outerShdw>
          </a:effectLst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8178800" y="5994400"/>
            <a:ext cx="14960600" cy="1397000"/>
          </a:xfrm>
          <a:prstGeom prst="rect">
            <a:avLst/>
          </a:prstGeom>
          <a:effectLst>
            <a:outerShdw dir="13500000" dist="96715" blurRad="139700">
              <a:srgbClr val="FFFFFF">
                <a:alpha val="90000"/>
              </a:srgbClr>
            </a:outerShdw>
          </a:effectLst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9194800" y="6413500"/>
            <a:ext cx="3416300" cy="546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8699500" y="6413500"/>
            <a:ext cx="266700" cy="546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8178800" y="8039100"/>
            <a:ext cx="14960600" cy="1397000"/>
          </a:xfrm>
          <a:prstGeom prst="rect">
            <a:avLst/>
          </a:prstGeom>
          <a:effectLst>
            <a:outerShdw dir="2700000" dist="96715" blurRad="139700">
              <a:srgbClr val="08131A">
                <a:alpha val="30000"/>
              </a:srgbClr>
            </a:outerShdw>
          </a:effectLst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8178800" y="8039100"/>
            <a:ext cx="14960600" cy="1397000"/>
          </a:xfrm>
          <a:prstGeom prst="rect">
            <a:avLst/>
          </a:prstGeom>
          <a:effectLst>
            <a:outerShdw dir="13500000" dist="96715" blurRad="139700">
              <a:srgbClr val="FFFFFF">
                <a:alpha val="90000"/>
              </a:srgbClr>
            </a:outerShdw>
          </a:effectLst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9194800" y="8470900"/>
            <a:ext cx="3416300" cy="546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8699500" y="8470900"/>
            <a:ext cx="266700" cy="5461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8178800" y="10083800"/>
            <a:ext cx="14960600" cy="1397000"/>
          </a:xfrm>
          <a:prstGeom prst="rect">
            <a:avLst/>
          </a:prstGeom>
          <a:effectLst>
            <a:outerShdw dir="2700000" dist="96715" blurRad="139700">
              <a:srgbClr val="08131A">
                <a:alpha val="30000"/>
              </a:srgbClr>
            </a:outerShdw>
          </a:effectLst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8178800" y="10083800"/>
            <a:ext cx="14960600" cy="1397000"/>
          </a:xfrm>
          <a:prstGeom prst="rect">
            <a:avLst/>
          </a:prstGeom>
          <a:effectLst>
            <a:outerShdw dir="13500000" dist="96715" blurRad="139700">
              <a:srgbClr val="FFFFFF">
                <a:alpha val="90000"/>
              </a:srgbClr>
            </a:outerShdw>
          </a:effectLst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9194800" y="10515600"/>
            <a:ext cx="3416300" cy="546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8699500" y="10515600"/>
            <a:ext cx="266700" cy="5461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2908300" y="8382000"/>
            <a:ext cx="1968500" cy="22352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-2946400" y="5410200"/>
            <a:ext cx="4178300" cy="4178300"/>
          </a:xfrm>
          <a:prstGeom prst="rect">
            <a:avLst/>
          </a:prstGeom>
          <a:effectLst>
            <a:outerShdw dir="2700000" dist="96289" blurRad="208626">
              <a:srgbClr val="08131A">
                <a:alpha val="30000"/>
              </a:srgbClr>
            </a:outerShdw>
          </a:effectLst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-2946400" y="5397500"/>
            <a:ext cx="4178300" cy="4178300"/>
          </a:xfrm>
          <a:prstGeom prst="rect">
            <a:avLst/>
          </a:prstGeom>
          <a:effectLst>
            <a:outerShdw dir="13500000" dist="96289" blurRad="208626">
              <a:srgbClr val="FFFFFF">
                <a:alpha val="90000"/>
              </a:srgbClr>
            </a:outerShdw>
          </a:effectLst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2108200" y="1143000"/>
            <a:ext cx="4470400" cy="4699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257300" y="977900"/>
            <a:ext cx="609600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5E8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2857500"/>
            <a:ext cx="22860000" cy="9779000"/>
          </a:xfrm>
          <a:prstGeom prst="rect">
            <a:avLst/>
          </a:prstGeom>
          <a:effectLst>
            <a:outerShdw dir="2700000" dist="225669" blurRad="391160">
              <a:srgbClr val="08131A">
                <a:alpha val="32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2857500"/>
            <a:ext cx="22860000" cy="9779000"/>
          </a:xfrm>
          <a:prstGeom prst="rect">
            <a:avLst/>
          </a:prstGeom>
          <a:effectLst>
            <a:outerShdw dir="13500000" dist="150446" blurRad="146685">
              <a:srgbClr val="FFFFFF">
                <a:alpha val="8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736600"/>
            <a:ext cx="22860000" cy="1778000"/>
          </a:xfrm>
          <a:prstGeom prst="rect">
            <a:avLst/>
          </a:prstGeom>
          <a:effectLst>
            <a:outerShdw dir="2700000" dist="123092" blurRad="177800">
              <a:srgbClr val="08131A">
                <a:alpha val="28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736600"/>
            <a:ext cx="22860000" cy="1778000"/>
          </a:xfrm>
          <a:prstGeom prst="rect">
            <a:avLst/>
          </a:prstGeom>
          <a:effectLst>
            <a:outerShdw dir="13500000" dist="95738" blurRad="124460">
              <a:srgbClr val="FFFFFF">
                <a:alpha val="60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22758400" y="1574800"/>
            <a:ext cx="584200" cy="101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496300" y="1054100"/>
            <a:ext cx="7391400" cy="1181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74200" y="12992100"/>
            <a:ext cx="5308600" cy="355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82700" y="3314700"/>
            <a:ext cx="21805900" cy="1727200"/>
          </a:xfrm>
          <a:prstGeom prst="rect">
            <a:avLst/>
          </a:prstGeom>
          <a:effectLst>
            <a:outerShdw dir="13500000" dist="0" blurRad="43150">
              <a:srgbClr val="9E9E9E">
                <a:alpha val="16000"/>
              </a:srgbClr>
            </a:outerShdw>
          </a:effectLst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381500" y="3822700"/>
            <a:ext cx="15608300" cy="711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080500" y="5486400"/>
            <a:ext cx="14020800" cy="2006600"/>
          </a:xfrm>
          <a:prstGeom prst="rect">
            <a:avLst/>
          </a:prstGeom>
          <a:effectLst>
            <a:outerShdw dir="13500000" dist="0" blurRad="50141">
              <a:srgbClr val="9E9E9E">
                <a:alpha val="16000"/>
              </a:srgbClr>
            </a:outerShdw>
          </a:effectLst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204700" y="6019800"/>
            <a:ext cx="12179300" cy="965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461500" y="5816600"/>
            <a:ext cx="2489200" cy="1346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842500" y="6007100"/>
            <a:ext cx="1828800" cy="965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9080500" y="7734300"/>
            <a:ext cx="14020800" cy="2006600"/>
          </a:xfrm>
          <a:prstGeom prst="rect">
            <a:avLst/>
          </a:prstGeom>
          <a:effectLst>
            <a:outerShdw dir="13500000" dist="0" blurRad="50141">
              <a:srgbClr val="9E9E9E">
                <a:alpha val="16000"/>
              </a:srgbClr>
            </a:outerShdw>
          </a:effectLst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204700" y="8267700"/>
            <a:ext cx="9169400" cy="876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9461500" y="8064500"/>
            <a:ext cx="2489200" cy="1346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9842500" y="8255000"/>
            <a:ext cx="1828800" cy="965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9080500" y="9982200"/>
            <a:ext cx="14020800" cy="2006600"/>
          </a:xfrm>
          <a:prstGeom prst="rect">
            <a:avLst/>
          </a:prstGeom>
          <a:effectLst>
            <a:outerShdw dir="13500000" dist="0" blurRad="50141">
              <a:srgbClr val="9E9E9E">
                <a:alpha val="16000"/>
              </a:srgbClr>
            </a:outerShdw>
          </a:effectLst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2204700" y="10515600"/>
            <a:ext cx="12179300" cy="965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461500" y="10312400"/>
            <a:ext cx="2489200" cy="13462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9842500" y="10502900"/>
            <a:ext cx="1828800" cy="965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2286000" y="1485900"/>
            <a:ext cx="4470400" cy="4699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422400" y="1308100"/>
            <a:ext cx="609600" cy="6731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727200" y="5257800"/>
            <a:ext cx="6515100" cy="12446000"/>
          </a:xfrm>
          <a:prstGeom prst="rect">
            <a:avLst/>
          </a:prstGeom>
          <a:effectLst>
            <a:outerShdw dir="2040000" dist="401005" blurRad="260653">
              <a:srgbClr val="000000">
                <a:alpha val="18000"/>
              </a:srgbClr>
            </a:outerShdw>
          </a:effectLst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2286000" y="75311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5E8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2857500"/>
            <a:ext cx="22860000" cy="9779000"/>
          </a:xfrm>
          <a:prstGeom prst="rect">
            <a:avLst/>
          </a:prstGeom>
          <a:effectLst>
            <a:outerShdw dir="2700000" dist="225669" blurRad="391160">
              <a:srgbClr val="08131A">
                <a:alpha val="32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2857500"/>
            <a:ext cx="22860000" cy="9779000"/>
          </a:xfrm>
          <a:prstGeom prst="rect">
            <a:avLst/>
          </a:prstGeom>
          <a:effectLst>
            <a:outerShdw dir="13500000" dist="150446" blurRad="146685">
              <a:srgbClr val="FFFFFF">
                <a:alpha val="8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736600"/>
            <a:ext cx="22860000" cy="1778000"/>
          </a:xfrm>
          <a:prstGeom prst="rect">
            <a:avLst/>
          </a:prstGeom>
          <a:effectLst>
            <a:outerShdw dir="2700000" dist="123092" blurRad="177800">
              <a:srgbClr val="08131A">
                <a:alpha val="28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736600"/>
            <a:ext cx="22860000" cy="1778000"/>
          </a:xfrm>
          <a:prstGeom prst="rect">
            <a:avLst/>
          </a:prstGeom>
          <a:effectLst>
            <a:outerShdw dir="13500000" dist="95738" blurRad="124460">
              <a:srgbClr val="FFFFFF">
                <a:alpha val="60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22758400" y="1574800"/>
            <a:ext cx="584200" cy="101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470900" y="1130300"/>
            <a:ext cx="7391400" cy="1181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74200" y="12992100"/>
            <a:ext cx="5308600" cy="355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82700" y="3314700"/>
            <a:ext cx="21805900" cy="1727200"/>
          </a:xfrm>
          <a:prstGeom prst="rect">
            <a:avLst/>
          </a:prstGeom>
          <a:effectLst>
            <a:outerShdw dir="13500000" dist="0" blurRad="43150">
              <a:srgbClr val="9E9E9E">
                <a:alpha val="16000"/>
              </a:srgbClr>
            </a:outerShdw>
          </a:effectLst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782300" y="3822700"/>
            <a:ext cx="2819400" cy="762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97000" y="5486400"/>
            <a:ext cx="14020800" cy="2006600"/>
          </a:xfrm>
          <a:prstGeom prst="rect">
            <a:avLst/>
          </a:prstGeom>
          <a:effectLst>
            <a:outerShdw dir="13500000" dist="0" blurRad="50141">
              <a:srgbClr val="9E9E9E">
                <a:alpha val="16000"/>
              </a:srgbClr>
            </a:outerShdw>
          </a:effectLst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533900" y="6019800"/>
            <a:ext cx="9169400" cy="965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790700" y="5816600"/>
            <a:ext cx="2489200" cy="1346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095500" y="6210300"/>
            <a:ext cx="1828800" cy="52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397000" y="7734300"/>
            <a:ext cx="14020800" cy="2006600"/>
          </a:xfrm>
          <a:prstGeom prst="rect">
            <a:avLst/>
          </a:prstGeom>
          <a:effectLst>
            <a:outerShdw dir="13500000" dist="0" blurRad="50141">
              <a:srgbClr val="9E9E9E">
                <a:alpha val="16000"/>
              </a:srgbClr>
            </a:outerShdw>
          </a:effectLst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4533900" y="8267700"/>
            <a:ext cx="9804400" cy="812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790700" y="8064500"/>
            <a:ext cx="2489200" cy="1346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095500" y="8470900"/>
            <a:ext cx="1828800" cy="520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397000" y="9982200"/>
            <a:ext cx="14020800" cy="2006600"/>
          </a:xfrm>
          <a:prstGeom prst="rect">
            <a:avLst/>
          </a:prstGeom>
          <a:effectLst>
            <a:outerShdw dir="13500000" dist="0" blurRad="50141">
              <a:srgbClr val="9E9E9E">
                <a:alpha val="16000"/>
              </a:srgbClr>
            </a:outerShdw>
          </a:effectLst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4533900" y="10515600"/>
            <a:ext cx="8750300" cy="812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790700" y="10312400"/>
            <a:ext cx="2489200" cy="13462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2120900" y="10439400"/>
            <a:ext cx="1828800" cy="965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2286000" y="1485900"/>
            <a:ext cx="4470400" cy="4699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422400" y="1308100"/>
            <a:ext cx="609600" cy="6731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6268700" y="5257800"/>
            <a:ext cx="6515100" cy="12446000"/>
          </a:xfrm>
          <a:prstGeom prst="rect">
            <a:avLst/>
          </a:prstGeom>
          <a:effectLst>
            <a:outerShdw dir="2040000" dist="401005" blurRad="260653">
              <a:srgbClr val="000000">
                <a:alpha val="18000"/>
              </a:srgbClr>
            </a:outerShdw>
          </a:effectLst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6814800" y="75311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5E8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2857500"/>
            <a:ext cx="22860000" cy="9779000"/>
          </a:xfrm>
          <a:prstGeom prst="rect">
            <a:avLst/>
          </a:prstGeom>
          <a:effectLst>
            <a:outerShdw dir="2700000" dist="225669" blurRad="391160">
              <a:srgbClr val="08131A">
                <a:alpha val="32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2857500"/>
            <a:ext cx="22860000" cy="9779000"/>
          </a:xfrm>
          <a:prstGeom prst="rect">
            <a:avLst/>
          </a:prstGeom>
          <a:effectLst>
            <a:outerShdw dir="13500000" dist="150446" blurRad="146685">
              <a:srgbClr val="FFFFFF">
                <a:alpha val="8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736600"/>
            <a:ext cx="22860000" cy="1778000"/>
          </a:xfrm>
          <a:prstGeom prst="rect">
            <a:avLst/>
          </a:prstGeom>
          <a:effectLst>
            <a:outerShdw dir="2700000" dist="123092" blurRad="177800">
              <a:srgbClr val="08131A">
                <a:alpha val="28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736600"/>
            <a:ext cx="22860000" cy="1778000"/>
          </a:xfrm>
          <a:prstGeom prst="rect">
            <a:avLst/>
          </a:prstGeom>
          <a:effectLst>
            <a:outerShdw dir="13500000" dist="95738" blurRad="124460">
              <a:srgbClr val="FFFFFF">
                <a:alpha val="60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82700" y="5372100"/>
            <a:ext cx="21717000" cy="6604000"/>
          </a:xfrm>
          <a:prstGeom prst="rect">
            <a:avLst/>
          </a:prstGeom>
          <a:effectLst>
            <a:outerShdw dir="13500000" dist="0" blurRad="165066">
              <a:srgbClr val="9E9E9E">
                <a:alpha val="16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22758400" y="1574800"/>
            <a:ext cx="584200" cy="10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039100" y="1104900"/>
            <a:ext cx="8229600" cy="1181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474200" y="12992100"/>
            <a:ext cx="5308600" cy="355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82700" y="3314700"/>
            <a:ext cx="21805900" cy="1727200"/>
          </a:xfrm>
          <a:prstGeom prst="rect">
            <a:avLst/>
          </a:prstGeom>
          <a:effectLst>
            <a:outerShdw dir="13500000" dist="0" blurRad="43150">
              <a:srgbClr val="9E9E9E">
                <a:alpha val="16000"/>
              </a:srgbClr>
            </a:outerShdw>
          </a:effectLst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749800" y="3873500"/>
            <a:ext cx="14884400" cy="622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064000" y="7721600"/>
            <a:ext cx="16789400" cy="3848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727200" y="7594600"/>
            <a:ext cx="20802600" cy="25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4305300" y="7937500"/>
            <a:ext cx="16548100" cy="698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4305300" y="8902700"/>
            <a:ext cx="12522200" cy="698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917700" y="6858000"/>
            <a:ext cx="457200" cy="520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082800" y="8089900"/>
            <a:ext cx="2590800" cy="406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082800" y="9042400"/>
            <a:ext cx="2590800" cy="406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082800" y="9893300"/>
            <a:ext cx="2590800" cy="406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082800" y="10769600"/>
            <a:ext cx="2590800" cy="406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362200" y="6858000"/>
            <a:ext cx="7340600" cy="520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9304000" y="8115300"/>
            <a:ext cx="977900" cy="40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5532100" y="9093200"/>
            <a:ext cx="863600" cy="406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1201400" y="9906000"/>
            <a:ext cx="863600" cy="4064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7200900" y="10807700"/>
            <a:ext cx="838200" cy="40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625600" y="5588000"/>
            <a:ext cx="20802600" cy="8763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2679700" y="5740400"/>
            <a:ext cx="7797800" cy="5715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2019300" y="5778500"/>
            <a:ext cx="495300" cy="495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2286000" y="1485900"/>
            <a:ext cx="4470400" cy="4699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422400" y="1308100"/>
            <a:ext cx="609600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DF1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2857500"/>
            <a:ext cx="22860000" cy="9779000"/>
          </a:xfrm>
          <a:prstGeom prst="rect">
            <a:avLst/>
          </a:prstGeom>
          <a:effectLst>
            <a:outerShdw dir="2700000" dist="225669" blurRad="391160">
              <a:srgbClr val="08131A">
                <a:alpha val="32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2857500"/>
            <a:ext cx="22860000" cy="9779000"/>
          </a:xfrm>
          <a:prstGeom prst="rect">
            <a:avLst/>
          </a:prstGeom>
          <a:effectLst>
            <a:outerShdw dir="13500000" dist="150446" blurRad="146685">
              <a:srgbClr val="FFFFFF">
                <a:alpha val="8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736600"/>
            <a:ext cx="22860000" cy="1778000"/>
          </a:xfrm>
          <a:prstGeom prst="rect">
            <a:avLst/>
          </a:prstGeom>
          <a:effectLst>
            <a:outerShdw dir="2700000" dist="123092" blurRad="177800">
              <a:srgbClr val="08131A">
                <a:alpha val="28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736600"/>
            <a:ext cx="22860000" cy="1778000"/>
          </a:xfrm>
          <a:prstGeom prst="rect">
            <a:avLst/>
          </a:prstGeom>
          <a:effectLst>
            <a:outerShdw dir="13500000" dist="95738" blurRad="124460">
              <a:srgbClr val="FFFFFF">
                <a:alpha val="60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22758400" y="1574800"/>
            <a:ext cx="584200" cy="101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994900" y="1104900"/>
            <a:ext cx="4406900" cy="1181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74200" y="12992100"/>
            <a:ext cx="5308600" cy="355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286000" y="1485900"/>
            <a:ext cx="4470400" cy="469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22400" y="1308100"/>
            <a:ext cx="609600" cy="673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alphaModFix amt="90000"/>
          </a:blip>
          <a:stretch>
            <a:fillRect/>
          </a:stretch>
        </p:blipFill>
        <p:spPr>
          <a:xfrm rot="0">
            <a:off x="10744200" y="11087100"/>
            <a:ext cx="2768600" cy="495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921500" y="3606800"/>
            <a:ext cx="10337800" cy="7747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>
            <a:alphaModFix amt="70000"/>
          </a:blip>
          <a:stretch>
            <a:fillRect/>
          </a:stretch>
        </p:blipFill>
        <p:spPr>
          <a:xfrm rot="0">
            <a:off x="5448300" y="10680700"/>
            <a:ext cx="13322300" cy="1219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251700" y="3987800"/>
            <a:ext cx="9652000" cy="5207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6319500" y="4267200"/>
            <a:ext cx="177800" cy="177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7708900" y="4254500"/>
            <a:ext cx="101600" cy="203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244600" y="4432300"/>
            <a:ext cx="6794500" cy="3162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244600" y="8445500"/>
            <a:ext cx="6794500" cy="3162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6167100" y="4432300"/>
            <a:ext cx="6794500" cy="3162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6167100" y="8445500"/>
            <a:ext cx="6794500" cy="3162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6471900" y="8737600"/>
            <a:ext cx="6197600" cy="533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6624300" y="9626600"/>
            <a:ext cx="6045200" cy="13589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701800" y="8737600"/>
            <a:ext cx="6045200" cy="622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701800" y="9550400"/>
            <a:ext cx="6045200" cy="1790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6471900" y="4724400"/>
            <a:ext cx="6337300" cy="622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6624300" y="5575300"/>
            <a:ext cx="6045200" cy="16129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701800" y="4724400"/>
            <a:ext cx="5384800" cy="6223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701800" y="5549900"/>
            <a:ext cx="6045200" cy="16129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9105900" y="3683000"/>
            <a:ext cx="5842000" cy="584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5E8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2857500"/>
            <a:ext cx="22860000" cy="9779000"/>
          </a:xfrm>
          <a:prstGeom prst="rect">
            <a:avLst/>
          </a:prstGeom>
          <a:effectLst>
            <a:outerShdw dir="2700000" dist="225669" blurRad="391160">
              <a:srgbClr val="08131A">
                <a:alpha val="32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2857500"/>
            <a:ext cx="22860000" cy="9779000"/>
          </a:xfrm>
          <a:prstGeom prst="rect">
            <a:avLst/>
          </a:prstGeom>
          <a:effectLst>
            <a:outerShdw dir="13500000" dist="150446" blurRad="146685">
              <a:srgbClr val="FFFFFF">
                <a:alpha val="8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736600"/>
            <a:ext cx="22860000" cy="1778000"/>
          </a:xfrm>
          <a:prstGeom prst="rect">
            <a:avLst/>
          </a:prstGeom>
          <a:effectLst>
            <a:outerShdw dir="2700000" dist="123092" blurRad="177800">
              <a:srgbClr val="08131A">
                <a:alpha val="28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736600"/>
            <a:ext cx="22860000" cy="1778000"/>
          </a:xfrm>
          <a:prstGeom prst="rect">
            <a:avLst/>
          </a:prstGeom>
          <a:effectLst>
            <a:outerShdw dir="13500000" dist="95738" blurRad="124460">
              <a:srgbClr val="FFFFFF">
                <a:alpha val="60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22758400" y="1574800"/>
            <a:ext cx="584200" cy="101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372600" y="1054100"/>
            <a:ext cx="5486400" cy="1181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74200" y="12992100"/>
            <a:ext cx="5308600" cy="355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286000" y="1485900"/>
            <a:ext cx="4470400" cy="469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22400" y="1308100"/>
            <a:ext cx="609600" cy="673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309100" y="3797300"/>
            <a:ext cx="5638800" cy="11112500"/>
          </a:xfrm>
          <a:prstGeom prst="rect">
            <a:avLst/>
          </a:prstGeom>
          <a:effectLst>
            <a:outerShdw dir="2700000" dist="998402" blurRad="931119">
              <a:srgbClr val="181818">
                <a:alpha val="33000"/>
              </a:srgbClr>
            </a:outerShdw>
          </a:effectLst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855700" y="4737100"/>
            <a:ext cx="355600" cy="355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058400" y="4737100"/>
            <a:ext cx="355600" cy="355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01800" y="6375400"/>
            <a:ext cx="6527800" cy="1422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82700" y="5207000"/>
            <a:ext cx="4127500" cy="647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701800" y="10629900"/>
            <a:ext cx="6527800" cy="1358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663700" y="8953500"/>
            <a:ext cx="3733800" cy="1282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6179800" y="6223000"/>
            <a:ext cx="6477000" cy="1346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7970500" y="5207000"/>
            <a:ext cx="5156200" cy="647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>
            <a:alphaModFix amt="50000"/>
          </a:blip>
          <a:stretch>
            <a:fillRect/>
          </a:stretch>
        </p:blipFill>
        <p:spPr>
          <a:xfrm rot="0">
            <a:off x="5511800" y="5473700"/>
            <a:ext cx="3238500" cy="647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0">
            <a:alphaModFix amt="50000"/>
          </a:blip>
          <a:stretch>
            <a:fillRect/>
          </a:stretch>
        </p:blipFill>
        <p:spPr>
          <a:xfrm rot="0">
            <a:off x="5511800" y="9410700"/>
            <a:ext cx="3238500" cy="647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1">
            <a:alphaModFix amt="50000"/>
          </a:blip>
          <a:stretch>
            <a:fillRect/>
          </a:stretch>
        </p:blipFill>
        <p:spPr>
          <a:xfrm rot="0">
            <a:off x="15671800" y="5448300"/>
            <a:ext cx="3213100" cy="635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1">
            <a:alphaModFix amt="50000"/>
          </a:blip>
          <a:stretch>
            <a:fillRect/>
          </a:stretch>
        </p:blipFill>
        <p:spPr>
          <a:xfrm rot="0">
            <a:off x="15544800" y="9436100"/>
            <a:ext cx="3213100" cy="6350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6332200" y="10642600"/>
            <a:ext cx="6477000" cy="1346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7970500" y="9118600"/>
            <a:ext cx="5156200" cy="6477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8991600" y="5803900"/>
            <a:ext cx="6286500" cy="6286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5e8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2857500"/>
            <a:ext cx="22860000" cy="9779000"/>
          </a:xfrm>
          <a:prstGeom prst="rect">
            <a:avLst/>
          </a:prstGeom>
          <a:effectLst>
            <a:outerShdw dir="2700000" dist="225669" blurRad="391160">
              <a:srgbClr val="08131A">
                <a:alpha val="32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2857500"/>
            <a:ext cx="22860000" cy="9779000"/>
          </a:xfrm>
          <a:prstGeom prst="rect">
            <a:avLst/>
          </a:prstGeom>
          <a:effectLst>
            <a:outerShdw dir="13500000" dist="150446" blurRad="146685">
              <a:srgbClr val="FFFFFF">
                <a:alpha val="8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736600"/>
            <a:ext cx="22860000" cy="1778000"/>
          </a:xfrm>
          <a:prstGeom prst="rect">
            <a:avLst/>
          </a:prstGeom>
          <a:effectLst>
            <a:outerShdw dir="2700000" dist="123092" blurRad="177800">
              <a:srgbClr val="08131A">
                <a:alpha val="28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736600"/>
            <a:ext cx="22860000" cy="1778000"/>
          </a:xfrm>
          <a:prstGeom prst="rect">
            <a:avLst/>
          </a:prstGeom>
          <a:effectLst>
            <a:outerShdw dir="13500000" dist="95738" blurRad="124460">
              <a:srgbClr val="FFFFFF">
                <a:alpha val="60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22758400" y="1574800"/>
            <a:ext cx="584200" cy="101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496300" y="1003300"/>
            <a:ext cx="7391400" cy="1181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397000" y="3657600"/>
            <a:ext cx="330200" cy="279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841500" y="3479800"/>
            <a:ext cx="4191000" cy="698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286000" y="1485900"/>
            <a:ext cx="4470400" cy="469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22400" y="1308100"/>
            <a:ext cx="609600" cy="673100"/>
          </a:xfrm>
          <a:prstGeom prst="rect">
            <a:avLst/>
          </a:prstGeom>
        </p:spPr>
      </p:pic>
      <p:pic>
        <p:nvPicPr>
          <p:cNvPr id="13" name="S5WwsNBhHhA">
            <a:hlinkClick r:id="" action="ppaction://media"/>
          </p:cNvPr>
          <p:cNvPicPr>
            <a:picLocks noRot="1" noChangeAspect="1"/>
          </p:cNvPicPr>
          <p:nvPr>
            <a:videoFile r:link="rId12"/>
          </p:nvPr>
        </p:nvPicPr>
        <p:blipFill rotWithShape="1">
          <a:blip r:embed="rId13"/>
          <a:stretch>
            <a:fillRect/>
          </a:stretch>
        </p:blipFill>
        <p:spPr>
          <a:xfrm>
            <a:off x="1447800" y="4191000"/>
            <a:ext cx="13563600" cy="8039100"/>
          </a:xfrm>
          <a:prstGeom prst="rect">
            <a:avLst/>
          </a:prstGeom>
        </p:spPr>
      </p:pic>
      <p:sp>
        <p:nvSpPr>
          <p:cNvPr id="14" name="가로 글상자 13">
            <a:hlinkClick r:id="rId14"/>
          </p:cNvPr>
          <p:cNvSpPr txBox="1"/>
          <p:nvPr/>
        </p:nvSpPr>
        <p:spPr>
          <a:xfrm>
            <a:off x="15392400" y="11353800"/>
            <a:ext cx="4724400" cy="36004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en-US"/>
              <a:t>https://youtu.be/S5WwsNBhHhA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DF1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459700" y="1460500"/>
            <a:ext cx="4876800" cy="4876800"/>
          </a:xfrm>
          <a:prstGeom prst="rect">
            <a:avLst/>
          </a:prstGeom>
          <a:effectLst>
            <a:outerShdw dir="2700000" dist="112573" blurRad="243908">
              <a:srgbClr val="08131A">
                <a:alpha val="3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459700" y="1460500"/>
            <a:ext cx="4876800" cy="4876800"/>
          </a:xfrm>
          <a:prstGeom prst="rect">
            <a:avLst/>
          </a:prstGeom>
          <a:effectLst>
            <a:outerShdw dir="13500000" dist="112573" blurRad="243908">
              <a:srgbClr val="FFFFFF">
                <a:alpha val="9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459700" y="-4216400"/>
            <a:ext cx="4876800" cy="4876800"/>
          </a:xfrm>
          <a:prstGeom prst="rect">
            <a:avLst/>
          </a:prstGeom>
          <a:effectLst>
            <a:outerShdw dir="2700000" dist="112573" blurRad="243908">
              <a:srgbClr val="08131A">
                <a:alpha val="30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459700" y="-4229100"/>
            <a:ext cx="4876800" cy="4876800"/>
          </a:xfrm>
          <a:prstGeom prst="rect">
            <a:avLst/>
          </a:prstGeom>
          <a:effectLst>
            <a:outerShdw dir="13500000" dist="112573" blurRad="243908">
              <a:srgbClr val="FFFFFF">
                <a:alpha val="90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459700" y="7137400"/>
            <a:ext cx="4876800" cy="4876800"/>
          </a:xfrm>
          <a:prstGeom prst="rect">
            <a:avLst/>
          </a:prstGeom>
          <a:effectLst>
            <a:outerShdw dir="2700000" dist="112573" blurRad="243908">
              <a:srgbClr val="08131A">
                <a:alpha val="30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459700" y="7137400"/>
            <a:ext cx="4876800" cy="4876800"/>
          </a:xfrm>
          <a:prstGeom prst="rect">
            <a:avLst/>
          </a:prstGeom>
          <a:effectLst>
            <a:outerShdw dir="13500000" dist="112573" blurRad="243908">
              <a:srgbClr val="FFFFFF">
                <a:alpha val="9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024100" y="3962400"/>
            <a:ext cx="4876800" cy="4876800"/>
          </a:xfrm>
          <a:prstGeom prst="rect">
            <a:avLst/>
          </a:prstGeom>
          <a:effectLst>
            <a:outerShdw dir="2700000" dist="112573" blurRad="243908">
              <a:srgbClr val="08131A">
                <a:alpha val="30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024100" y="3962400"/>
            <a:ext cx="4876800" cy="4876800"/>
          </a:xfrm>
          <a:prstGeom prst="rect">
            <a:avLst/>
          </a:prstGeom>
          <a:effectLst>
            <a:outerShdw dir="13500000" dist="112573" blurRad="243908">
              <a:srgbClr val="FFFFFF">
                <a:alpha val="90000"/>
              </a:srgbClr>
            </a:outerShdw>
          </a:effectLst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024100" y="-1714500"/>
            <a:ext cx="4876800" cy="4876800"/>
          </a:xfrm>
          <a:prstGeom prst="rect">
            <a:avLst/>
          </a:prstGeom>
          <a:effectLst>
            <a:outerShdw dir="2700000" dist="112573" blurRad="243908">
              <a:srgbClr val="08131A">
                <a:alpha val="30000"/>
              </a:srgbClr>
            </a:outerShdw>
          </a:effectLst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024100" y="-1714500"/>
            <a:ext cx="4876800" cy="4876800"/>
          </a:xfrm>
          <a:prstGeom prst="rect">
            <a:avLst/>
          </a:prstGeom>
          <a:effectLst>
            <a:outerShdw dir="13500000" dist="112573" blurRad="243908">
              <a:srgbClr val="FFFFFF">
                <a:alpha val="90000"/>
              </a:srgbClr>
            </a:outerShdw>
          </a:effectLst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024100" y="9639300"/>
            <a:ext cx="4876800" cy="4876800"/>
          </a:xfrm>
          <a:prstGeom prst="rect">
            <a:avLst/>
          </a:prstGeom>
          <a:effectLst>
            <a:outerShdw dir="2700000" dist="112573" blurRad="243908">
              <a:srgbClr val="08131A">
                <a:alpha val="30000"/>
              </a:srgbClr>
            </a:outerShdw>
          </a:effectLst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024100" y="9639300"/>
            <a:ext cx="4876800" cy="4876800"/>
          </a:xfrm>
          <a:prstGeom prst="rect">
            <a:avLst/>
          </a:prstGeom>
          <a:effectLst>
            <a:outerShdw dir="13500000" dist="112573" blurRad="243908">
              <a:srgbClr val="FFFFFF">
                <a:alpha val="90000"/>
              </a:srgbClr>
            </a:outerShdw>
          </a:effectLst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103600" y="5016500"/>
            <a:ext cx="2984500" cy="2870200"/>
          </a:xfrm>
          <a:prstGeom prst="rect">
            <a:avLst/>
          </a:prstGeom>
          <a:effectLst>
            <a:outerShdw dir="2700000" dist="132289" blurRad="171976">
              <a:srgbClr val="08131A">
                <a:alpha val="10000"/>
              </a:srgbClr>
            </a:outerShdw>
          </a:effectLst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5849600" y="10579100"/>
            <a:ext cx="2870200" cy="2870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10800000">
            <a:off x="10325100" y="5397500"/>
            <a:ext cx="1295400" cy="1295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-342900" y="12496800"/>
            <a:ext cx="25069800" cy="1295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6230600" y="-1155700"/>
            <a:ext cx="2857500" cy="3187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>
            <a:alphaModFix amt="25000"/>
          </a:blip>
          <a:stretch>
            <a:fillRect/>
          </a:stretch>
        </p:blipFill>
        <p:spPr>
          <a:xfrm rot="0">
            <a:off x="21399500" y="2692400"/>
            <a:ext cx="2997200" cy="23241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>
            <a:alphaModFix amt="31000"/>
          </a:blip>
          <a:stretch>
            <a:fillRect/>
          </a:stretch>
        </p:blipFill>
        <p:spPr>
          <a:xfrm rot="0">
            <a:off x="21615400" y="8369300"/>
            <a:ext cx="2832100" cy="2438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536700" y="4876800"/>
            <a:ext cx="8534400" cy="2438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612900" y="3822700"/>
            <a:ext cx="9118600" cy="10668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981200" y="9245600"/>
            <a:ext cx="8343900" cy="952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981200" y="8585200"/>
            <a:ext cx="8343900" cy="520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21590000" y="12890500"/>
            <a:ext cx="1765300" cy="4318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2819400" y="3048000"/>
            <a:ext cx="4470400" cy="4699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955800" y="2870200"/>
            <a:ext cx="609600" cy="673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</ep:Words>
  <ep:PresentationFormat>On-screen Show (4:3)</ep:PresentationFormat>
  <ep:Paragraphs>1</ep:Paragraphs>
  <ep:Slides>9</ep:Slides>
  <ep:Notes>0</ep:Notes>
  <ep:TotalTime>0</ep:TotalTime>
  <ep:HiddenSlides>0</ep:HiddenSlides>
  <ep:MMClips>1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ep:HeadingPairs>
  <ep:TitlesOfParts>
    <vt:vector size="10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ggpus111</cp:lastModifiedBy>
  <dcterms:modified xsi:type="dcterms:W3CDTF">2025-12-17T06:18:33.086</dcterms:modified>
  <cp:revision>2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